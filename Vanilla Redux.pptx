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8" r:id="rId9"/>
    <p:sldId id="265" r:id="rId10"/>
    <p:sldId id="264" r:id="rId11"/>
    <p:sldId id="266" r:id="rId12"/>
    <p:sldId id="269" r:id="rId13"/>
    <p:sldId id="274" r:id="rId14"/>
    <p:sldId id="270" r:id="rId15"/>
    <p:sldId id="271" r:id="rId16"/>
    <p:sldId id="272" r:id="rId17"/>
    <p:sldId id="273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7/31/2016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Vanilla </a:t>
            </a:r>
            <a:r>
              <a:rPr lang="en-US" dirty="0" err="1" smtClean="0"/>
              <a:t>Redux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State containers 101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7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Glossary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Flux basics</a:t>
            </a:r>
          </a:p>
          <a:p>
            <a:pPr lvl="1"/>
            <a:r>
              <a:rPr lang="en-US" dirty="0" smtClean="0"/>
              <a:t>What’s the problem?</a:t>
            </a:r>
          </a:p>
          <a:p>
            <a:pPr lvl="1"/>
            <a:r>
              <a:rPr lang="en-US" dirty="0" smtClean="0"/>
              <a:t>What’s the solution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Redux</a:t>
            </a:r>
            <a:r>
              <a:rPr lang="en-US" dirty="0" smtClean="0"/>
              <a:t> basics:</a:t>
            </a:r>
          </a:p>
          <a:p>
            <a:pPr lvl="1"/>
            <a:r>
              <a:rPr lang="en-US" dirty="0" smtClean="0"/>
              <a:t>Principals of </a:t>
            </a:r>
            <a:r>
              <a:rPr lang="en-US" dirty="0" err="1" smtClean="0"/>
              <a:t>redux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Designin</a:t>
            </a:r>
            <a:r>
              <a:rPr lang="en-US" dirty="0" smtClean="0"/>
              <a:t>g the State.</a:t>
            </a:r>
          </a:p>
          <a:p>
            <a:pPr lvl="1"/>
            <a:r>
              <a:rPr lang="en-US" dirty="0" smtClean="0"/>
              <a:t>Smart and dumb components.</a:t>
            </a:r>
          </a:p>
          <a:p>
            <a:pPr lvl="1"/>
            <a:r>
              <a:rPr lang="en-US" dirty="0" smtClean="0"/>
              <a:t>Acting on </a:t>
            </a:r>
            <a:r>
              <a:rPr lang="en-US" dirty="0" smtClean="0"/>
              <a:t>state </a:t>
            </a:r>
            <a:r>
              <a:rPr lang="en-US" dirty="0" smtClean="0"/>
              <a:t>mutations </a:t>
            </a:r>
            <a:r>
              <a:rPr lang="en-US" dirty="0" smtClean="0"/>
              <a:t>(wpb#1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Creating </a:t>
            </a:r>
            <a:r>
              <a:rPr lang="en-US" dirty="0" smtClean="0"/>
              <a:t>State </a:t>
            </a:r>
            <a:r>
              <a:rPr lang="en-US" dirty="0" smtClean="0"/>
              <a:t>mutations .</a:t>
            </a:r>
          </a:p>
          <a:p>
            <a:pPr lvl="1"/>
            <a:r>
              <a:rPr lang="en-US" dirty="0" smtClean="0"/>
              <a:t>Handling state mutations with reducers.</a:t>
            </a:r>
          </a:p>
          <a:p>
            <a:pPr lvl="1"/>
            <a:r>
              <a:rPr lang="en-US" dirty="0" smtClean="0"/>
              <a:t>Reducers composition.</a:t>
            </a:r>
          </a:p>
          <a:p>
            <a:r>
              <a:rPr lang="en-US" dirty="0" smtClean="0"/>
              <a:t>Advanced topics (wpb#2):</a:t>
            </a:r>
            <a:r>
              <a:rPr lang="en-US" dirty="0" smtClean="0"/>
              <a:t>  </a:t>
            </a:r>
          </a:p>
          <a:p>
            <a:pPr lvl="1"/>
            <a:r>
              <a:rPr lang="en-US" dirty="0" smtClean="0"/>
              <a:t>Middleware</a:t>
            </a:r>
            <a:endParaRPr lang="en-US" dirty="0" smtClean="0"/>
          </a:p>
          <a:p>
            <a:pPr lvl="1"/>
            <a:r>
              <a:rPr lang="en-US" dirty="0" err="1" smtClean="0"/>
              <a:t>Async</a:t>
            </a:r>
            <a:r>
              <a:rPr lang="en-US" dirty="0" smtClean="0"/>
              <a:t> </a:t>
            </a:r>
            <a:r>
              <a:rPr lang="en-US" dirty="0" smtClean="0"/>
              <a:t>state mutations.</a:t>
            </a:r>
          </a:p>
          <a:p>
            <a:pPr lvl="1"/>
            <a:r>
              <a:rPr lang="en-US" dirty="0" smtClean="0"/>
              <a:t>Caching </a:t>
            </a:r>
            <a:r>
              <a:rPr lang="en-US" dirty="0" smtClean="0"/>
              <a:t>the state.</a:t>
            </a:r>
          </a:p>
          <a:p>
            <a:pPr lvl="1"/>
            <a:r>
              <a:rPr lang="en-US" dirty="0" smtClean="0"/>
              <a:t>Time travel.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Flux Basics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3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the problem?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Handling </a:t>
            </a:r>
            <a:r>
              <a:rPr lang="en-US" b="1" dirty="0" smtClean="0"/>
              <a:t>STATE</a:t>
            </a:r>
            <a:r>
              <a:rPr lang="en-US" dirty="0" smtClean="0"/>
              <a:t> in </a:t>
            </a:r>
            <a:r>
              <a:rPr lang="en-US" b="1" dirty="0" smtClean="0"/>
              <a:t>SPA’s</a:t>
            </a:r>
            <a:r>
              <a:rPr lang="en-US" dirty="0" smtClean="0"/>
              <a:t> is complex.</a:t>
            </a:r>
          </a:p>
          <a:p>
            <a:r>
              <a:rPr lang="en-US" dirty="0" smtClean="0"/>
              <a:t>Facebook: </a:t>
            </a:r>
            <a:r>
              <a:rPr lang="en-US" dirty="0"/>
              <a:t>“MVC got really complicated really </a:t>
            </a:r>
            <a:r>
              <a:rPr lang="en-US" dirty="0" smtClean="0"/>
              <a:t>quickly” (05/2014).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“we </a:t>
            </a:r>
            <a:r>
              <a:rPr lang="en-US" dirty="0"/>
              <a:t>wanted to show an unread count for message threads while another view showed a list of threads, with the unread ones highlighted. This was difficult to handle with MVC — marking a single thread as read would update the thread model, and then also need to update the unread count </a:t>
            </a:r>
            <a:r>
              <a:rPr lang="en-US" dirty="0" smtClean="0"/>
              <a:t>model”.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How do components interact with each other? </a:t>
            </a:r>
          </a:p>
          <a:p>
            <a:r>
              <a:rPr lang="en-US" dirty="0" smtClean="0"/>
              <a:t>Do components need to know each other?</a:t>
            </a:r>
            <a:endParaRPr lang="en-US" dirty="0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912" y="1692416"/>
            <a:ext cx="4134064" cy="23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4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the solution?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Uni</a:t>
            </a:r>
            <a:r>
              <a:rPr lang="en-US" b="1" dirty="0" smtClean="0"/>
              <a:t>-Directional</a:t>
            </a:r>
            <a:r>
              <a:rPr lang="en-US" dirty="0" smtClean="0"/>
              <a:t> </a:t>
            </a:r>
            <a:r>
              <a:rPr lang="en-US" dirty="0" smtClean="0"/>
              <a:t>data flow is </a:t>
            </a:r>
            <a:r>
              <a:rPr lang="en-US" dirty="0" smtClean="0"/>
              <a:t>better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The </a:t>
            </a:r>
            <a:r>
              <a:rPr lang="en-US" i="1" dirty="0"/>
              <a:t>Store </a:t>
            </a:r>
            <a:r>
              <a:rPr lang="en-US" dirty="0"/>
              <a:t>contains all the application’s data and the </a:t>
            </a:r>
            <a:r>
              <a:rPr lang="en-US" i="1" dirty="0" smtClean="0"/>
              <a:t>Dispatcher(reducer)</a:t>
            </a:r>
            <a:r>
              <a:rPr lang="en-US" dirty="0"/>
              <a:t> replaces the initial </a:t>
            </a:r>
            <a:r>
              <a:rPr lang="en-US" i="1" dirty="0" err="1"/>
              <a:t>Controller,</a:t>
            </a:r>
            <a:r>
              <a:rPr lang="en-US" dirty="0" err="1"/>
              <a:t>deciding</a:t>
            </a:r>
            <a:r>
              <a:rPr lang="en-US" dirty="0"/>
              <a:t> how the </a:t>
            </a:r>
            <a:r>
              <a:rPr lang="en-US" i="1" dirty="0"/>
              <a:t>Store</a:t>
            </a:r>
            <a:r>
              <a:rPr lang="en-US" dirty="0"/>
              <a:t> is to be updated when an </a:t>
            </a:r>
            <a:r>
              <a:rPr lang="en-US" i="1" dirty="0"/>
              <a:t>Action</a:t>
            </a:r>
            <a:r>
              <a:rPr lang="en-US" dirty="0"/>
              <a:t> is triggered. The </a:t>
            </a:r>
            <a:r>
              <a:rPr lang="en-US" i="1" dirty="0"/>
              <a:t>View</a:t>
            </a:r>
            <a:r>
              <a:rPr lang="en-US" dirty="0"/>
              <a:t> is </a:t>
            </a:r>
            <a:r>
              <a:rPr lang="en-US" dirty="0" smtClean="0"/>
              <a:t>always </a:t>
            </a:r>
            <a:r>
              <a:rPr lang="en-US" dirty="0"/>
              <a:t>updated when the </a:t>
            </a:r>
            <a:r>
              <a:rPr lang="en-US" i="1" dirty="0"/>
              <a:t>Store</a:t>
            </a:r>
            <a:r>
              <a:rPr lang="en-US" dirty="0"/>
              <a:t> </a:t>
            </a:r>
            <a:r>
              <a:rPr lang="en-US" dirty="0" smtClean="0"/>
              <a:t>changes</a:t>
            </a:r>
          </a:p>
          <a:p>
            <a:r>
              <a:rPr lang="en-US" dirty="0" smtClean="0"/>
              <a:t>No “Model” for views.</a:t>
            </a:r>
          </a:p>
          <a:p>
            <a:r>
              <a:rPr lang="en-US" dirty="0" smtClean="0"/>
              <a:t>Smart components (“controller-views”) vs. dumb.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912" y="1526078"/>
            <a:ext cx="7324018" cy="161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40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REDUX BASICS</a:t>
            </a:r>
            <a:endParaRPr lang="en-US" sz="5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2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Principals of </a:t>
            </a:r>
            <a:r>
              <a:rPr lang="en-US" dirty="0" err="1" smtClean="0"/>
              <a:t>redux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Dan Abramov : “</a:t>
            </a:r>
            <a:r>
              <a:rPr lang="en-US" dirty="0"/>
              <a:t>As the requirements for JavaScript single-page applications have become increasingly complicated, </a:t>
            </a:r>
            <a:r>
              <a:rPr lang="en-US" b="1" dirty="0"/>
              <a:t>our code must manage more state than ever </a:t>
            </a:r>
            <a:r>
              <a:rPr lang="en-US" b="1" dirty="0" smtClean="0"/>
              <a:t>before</a:t>
            </a:r>
            <a:r>
              <a:rPr lang="en-US" dirty="0" smtClean="0"/>
              <a:t>”</a:t>
            </a:r>
          </a:p>
          <a:p>
            <a:r>
              <a:rPr lang="en-US" b="1" dirty="0"/>
              <a:t>Single source of </a:t>
            </a:r>
            <a:r>
              <a:rPr lang="en-US" b="1" dirty="0" smtClean="0"/>
              <a:t>truth</a:t>
            </a:r>
          </a:p>
          <a:p>
            <a:pPr lvl="1"/>
            <a:r>
              <a:rPr lang="en-US" dirty="0"/>
              <a:t>The </a:t>
            </a:r>
            <a:r>
              <a:rPr lang="en-US" dirty="0" smtClean="0"/>
              <a:t>state</a:t>
            </a:r>
            <a:r>
              <a:rPr lang="en-US" dirty="0"/>
              <a:t> of your whole application is stored in </a:t>
            </a:r>
            <a:r>
              <a:rPr lang="en-US" dirty="0" smtClean="0"/>
              <a:t>a single nested object.</a:t>
            </a:r>
          </a:p>
          <a:p>
            <a:r>
              <a:rPr lang="en-US" b="1" dirty="0"/>
              <a:t>State is </a:t>
            </a:r>
            <a:r>
              <a:rPr lang="en-US" b="1" dirty="0" smtClean="0"/>
              <a:t>read-only</a:t>
            </a:r>
          </a:p>
          <a:p>
            <a:pPr lvl="1"/>
            <a:r>
              <a:rPr lang="en-US" dirty="0"/>
              <a:t>The only way to mutate the state is to emit an </a:t>
            </a:r>
            <a:r>
              <a:rPr lang="en-US" dirty="0" smtClean="0"/>
              <a:t>action.</a:t>
            </a:r>
            <a:endParaRPr lang="en-US" dirty="0"/>
          </a:p>
          <a:p>
            <a:r>
              <a:rPr lang="en-US" b="1" dirty="0"/>
              <a:t>Changes are made with pure </a:t>
            </a:r>
            <a:r>
              <a:rPr lang="en-US" b="1" dirty="0" smtClean="0"/>
              <a:t>functions</a:t>
            </a:r>
          </a:p>
          <a:p>
            <a:pPr lvl="1"/>
            <a:r>
              <a:rPr lang="en-US" dirty="0"/>
              <a:t>To specify how the state tree is transformed by actions, you write pure </a:t>
            </a:r>
            <a:r>
              <a:rPr lang="en-US" dirty="0" smtClean="0"/>
              <a:t>reducers.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19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the state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should we design the state object? What should it contain?</a:t>
            </a:r>
          </a:p>
          <a:p>
            <a:pPr lvl="1"/>
            <a:r>
              <a:rPr lang="en-US" dirty="0" smtClean="0"/>
              <a:t>data fetched from the server, can be referenced by ID.</a:t>
            </a:r>
          </a:p>
          <a:p>
            <a:pPr lvl="1"/>
            <a:r>
              <a:rPr lang="en-US" dirty="0" smtClean="0"/>
              <a:t>UI state , organized by pages hierarchy.</a:t>
            </a:r>
          </a:p>
          <a:p>
            <a:pPr lvl="1"/>
            <a:r>
              <a:rPr lang="en-US" dirty="0" smtClean="0"/>
              <a:t>The two should be </a:t>
            </a:r>
            <a:r>
              <a:rPr lang="en-US" dirty="0" err="1" smtClean="0"/>
              <a:t>seperated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67911" y="3845565"/>
            <a:ext cx="7246205" cy="221599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state =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articles: [{ id: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387C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, text: '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lala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' }],     	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loggedInUser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	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articlesPage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: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	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	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selectedArticleID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: 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	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},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	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selectedTab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: ‘articles’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38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&amp; dumb components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SMART COMPONENT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DUMB COMPONENT</a:t>
            </a:r>
            <a:endParaRPr lang="en-US" b="1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256116" y="3200400"/>
            <a:ext cx="1461516" cy="24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17632" y="2651760"/>
            <a:ext cx="1938390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UI LOGIC – what components should be displayed, what data to send</a:t>
            </a:r>
            <a:endParaRPr lang="en-US" sz="1400" dirty="0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7656022" y="2535382"/>
            <a:ext cx="1039091" cy="665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3"/>
          </p:cNvCxnSpPr>
          <p:nvPr/>
        </p:nvCxnSpPr>
        <p:spPr>
          <a:xfrm>
            <a:off x="7656022" y="3200400"/>
            <a:ext cx="1122218" cy="24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3"/>
          </p:cNvCxnSpPr>
          <p:nvPr/>
        </p:nvCxnSpPr>
        <p:spPr>
          <a:xfrm>
            <a:off x="7656022" y="3200400"/>
            <a:ext cx="1039091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03425" y="2236124"/>
            <a:ext cx="1197033" cy="556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Dumb component</a:t>
            </a:r>
            <a:endParaRPr lang="en-US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8783642" y="2921924"/>
            <a:ext cx="1197033" cy="556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Dumb Component</a:t>
            </a:r>
            <a:endParaRPr lang="en-US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8678487" y="3611880"/>
            <a:ext cx="1197033" cy="556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Dumb Component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205344" y="2921924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STATE</a:t>
            </a:r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4167588" y="3478876"/>
            <a:ext cx="1550044" cy="4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79312" y="3537065"/>
            <a:ext cx="110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843058" y="2331720"/>
            <a:ext cx="922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Relevant data</a:t>
            </a:r>
            <a:endParaRPr lang="en-US" sz="1200" dirty="0"/>
          </a:p>
        </p:txBody>
      </p:sp>
      <p:cxnSp>
        <p:nvCxnSpPr>
          <p:cNvPr id="25" name="Elbow Connector 24"/>
          <p:cNvCxnSpPr>
            <a:endCxn id="7" idx="0"/>
          </p:cNvCxnSpPr>
          <p:nvPr/>
        </p:nvCxnSpPr>
        <p:spPr>
          <a:xfrm rot="10800000" flipV="1">
            <a:off x="6686827" y="2286000"/>
            <a:ext cx="2008286" cy="3657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45531" y="1957236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Something happened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8090194" y="2982037"/>
            <a:ext cx="922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Relevant data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7891626" y="3659523"/>
            <a:ext cx="922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Relevant data</a:t>
            </a:r>
            <a:endParaRPr lang="en-US" sz="1200" dirty="0"/>
          </a:p>
        </p:txBody>
      </p:sp>
      <p:sp>
        <p:nvSpPr>
          <p:cNvPr id="37" name="Rounded Rectangle 36"/>
          <p:cNvSpPr/>
          <p:nvPr/>
        </p:nvSpPr>
        <p:spPr>
          <a:xfrm>
            <a:off x="6088310" y="4803371"/>
            <a:ext cx="1197033" cy="556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Dumb Component</a:t>
            </a:r>
            <a:endParaRPr lang="en-US" sz="1400" dirty="0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4671753" y="4896196"/>
            <a:ext cx="1396538" cy="24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4613116" y="5245331"/>
            <a:ext cx="1475194" cy="8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757879" y="4630190"/>
            <a:ext cx="1206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Relevant data</a:t>
            </a:r>
            <a:endParaRPr lang="en-US" sz="1400" dirty="0"/>
          </a:p>
        </p:txBody>
      </p:sp>
      <p:sp>
        <p:nvSpPr>
          <p:cNvPr id="43" name="TextBox 42"/>
          <p:cNvSpPr txBox="1"/>
          <p:nvPr/>
        </p:nvSpPr>
        <p:spPr>
          <a:xfrm>
            <a:off x="4565866" y="5284422"/>
            <a:ext cx="1903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Something</a:t>
            </a:r>
            <a:r>
              <a:rPr lang="en-US" sz="1600" dirty="0" smtClean="0"/>
              <a:t> happened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0569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&amp; dumb components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 components can be divided into two categories:</a:t>
            </a:r>
          </a:p>
          <a:p>
            <a:r>
              <a:rPr lang="en-US" b="1" dirty="0" smtClean="0"/>
              <a:t>Smart </a:t>
            </a:r>
            <a:r>
              <a:rPr lang="en-US" b="1" dirty="0"/>
              <a:t>components </a:t>
            </a:r>
            <a:r>
              <a:rPr lang="en-US" dirty="0"/>
              <a:t>are less reusable outside </a:t>
            </a:r>
            <a:r>
              <a:rPr lang="en-US" dirty="0" smtClean="0"/>
              <a:t>the application because </a:t>
            </a:r>
            <a:r>
              <a:rPr lang="en-US" dirty="0"/>
              <a:t>they are aware of application-level </a:t>
            </a:r>
            <a:r>
              <a:rPr lang="en-US" dirty="0" smtClean="0"/>
              <a:t>state – We should have few of these.</a:t>
            </a:r>
          </a:p>
          <a:p>
            <a:r>
              <a:rPr lang="en-US" b="1" dirty="0"/>
              <a:t>Dumb components </a:t>
            </a:r>
            <a:r>
              <a:rPr lang="en-US" dirty="0"/>
              <a:t>are the most reusable </a:t>
            </a:r>
            <a:r>
              <a:rPr lang="en-US" dirty="0" smtClean="0"/>
              <a:t>components, </a:t>
            </a:r>
            <a:r>
              <a:rPr lang="en-US" dirty="0"/>
              <a:t>because they </a:t>
            </a:r>
            <a:r>
              <a:rPr lang="en-US" dirty="0" smtClean="0"/>
              <a:t>know nothing about the application </a:t>
            </a:r>
            <a:r>
              <a:rPr lang="en-US" dirty="0"/>
              <a:t>in which they are </a:t>
            </a:r>
            <a:r>
              <a:rPr lang="en-US" dirty="0" smtClean="0"/>
              <a:t>used.</a:t>
            </a:r>
            <a:br>
              <a:rPr lang="en-US" dirty="0" smtClean="0"/>
            </a:br>
            <a:r>
              <a:rPr lang="en-US" dirty="0" smtClean="0"/>
              <a:t>They can invoke callbacks passed to them by their container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Example: </a:t>
            </a:r>
            <a:r>
              <a:rPr lang="en-US" b="1" dirty="0" smtClean="0"/>
              <a:t>Spinner icon</a:t>
            </a:r>
          </a:p>
          <a:p>
            <a:r>
              <a:rPr lang="en-US" dirty="0"/>
              <a:t>The distinction </a:t>
            </a:r>
            <a:r>
              <a:rPr lang="en-US" dirty="0" smtClean="0"/>
              <a:t>between</a:t>
            </a:r>
            <a:r>
              <a:rPr lang="en-US" dirty="0"/>
              <a:t> </a:t>
            </a:r>
            <a:r>
              <a:rPr lang="en-US" b="1" dirty="0"/>
              <a:t>smart</a:t>
            </a:r>
            <a:r>
              <a:rPr lang="en-US" dirty="0"/>
              <a:t> and </a:t>
            </a:r>
            <a:r>
              <a:rPr lang="en-US" b="1" dirty="0"/>
              <a:t>dumb</a:t>
            </a:r>
            <a:r>
              <a:rPr lang="en-US" dirty="0"/>
              <a:t> components is whether they </a:t>
            </a:r>
            <a:r>
              <a:rPr lang="en-US" i="1" dirty="0"/>
              <a:t>need</a:t>
            </a:r>
            <a:r>
              <a:rPr lang="en-US" dirty="0"/>
              <a:t> to access external state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Example: </a:t>
            </a:r>
            <a:r>
              <a:rPr lang="en-US" b="1" dirty="0" smtClean="0"/>
              <a:t>Page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21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Acting on State Mutations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/>
              <a:t>s</a:t>
            </a:r>
            <a:r>
              <a:rPr lang="en-US" dirty="0" err="1" smtClean="0"/>
              <a:t>tore.subscribe</a:t>
            </a:r>
            <a:r>
              <a:rPr lang="en-US" dirty="0" smtClean="0"/>
              <a:t>() will fire whenever the state changes.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If we want to improve efficiency, we can use </a:t>
            </a:r>
            <a:r>
              <a:rPr lang="en-US" b="1" dirty="0" smtClean="0"/>
              <a:t>selectors</a:t>
            </a:r>
            <a:endParaRPr lang="en-US" dirty="0"/>
          </a:p>
        </p:txBody>
      </p:sp>
      <p:sp>
        <p:nvSpPr>
          <p:cNvPr id="8" name="Content Placeholder 4"/>
          <p:cNvSpPr txBox="1">
            <a:spLocks noChangeArrowheads="1"/>
          </p:cNvSpPr>
          <p:nvPr/>
        </p:nvSpPr>
        <p:spPr bwMode="auto">
          <a:xfrm>
            <a:off x="3859599" y="2416958"/>
            <a:ext cx="7315200" cy="215443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import store from ‘./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myStore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’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store.subscribe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(() =&gt; 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// state has mutated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let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newState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Store.getState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counterComponent.display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newState.counter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});</a:t>
            </a:r>
            <a:endParaRPr lang="en-US" altLang="en-US" sz="1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97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State mutations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‘Smart’ components should fire actions whenever the state needs to mutate.</a:t>
            </a:r>
          </a:p>
          <a:p>
            <a:r>
              <a:rPr lang="en-US" dirty="0" smtClean="0"/>
              <a:t>Actions are plain </a:t>
            </a:r>
            <a:r>
              <a:rPr lang="en-US" dirty="0" err="1" smtClean="0"/>
              <a:t>json</a:t>
            </a:r>
            <a:r>
              <a:rPr lang="en-US" dirty="0" smtClean="0"/>
              <a:t> objects, no specific format.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8" name="Content Placeholder 4"/>
          <p:cNvSpPr txBox="1">
            <a:spLocks noChangeArrowheads="1"/>
          </p:cNvSpPr>
          <p:nvPr/>
        </p:nvSpPr>
        <p:spPr bwMode="auto">
          <a:xfrm>
            <a:off x="3867912" y="3429000"/>
            <a:ext cx="7315200" cy="215443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import store from ‘./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myStore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’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 smtClean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store.dispatch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({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type: ‘INCREMENT_COUNTER’,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payload: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some_data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meta: whatever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2902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State mutations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Action creators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Action creators</a:t>
            </a:r>
            <a:r>
              <a:rPr lang="en-US" dirty="0" smtClean="0"/>
              <a:t> should be used to encapsulate action creation:</a:t>
            </a:r>
          </a:p>
          <a:p>
            <a:r>
              <a:rPr lang="en-US" b="1" dirty="0" smtClean="0"/>
              <a:t>Actions_counter.js</a:t>
            </a:r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Component</a:t>
            </a:r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/>
          </a:p>
          <a:p>
            <a:r>
              <a:rPr lang="en-US" dirty="0" smtClean="0"/>
              <a:t>Action creators can start </a:t>
            </a:r>
            <a:r>
              <a:rPr lang="en-US" dirty="0" err="1" smtClean="0"/>
              <a:t>async</a:t>
            </a:r>
            <a:r>
              <a:rPr lang="en-US" dirty="0" smtClean="0"/>
              <a:t> operations, and fire other actions.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67912" y="1793110"/>
            <a:ext cx="7315200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INCREMENT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‘INCREMENT_COUNTER‘;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increment_counter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  return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type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solidFill>
                  <a:srgbClr val="333333"/>
                </a:solidFill>
                <a:latin typeface="Consolas" panose="020B0609020204030204" pitchFamily="49" charset="0"/>
              </a:rPr>
              <a:t>INCREMENT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867912" y="3601898"/>
            <a:ext cx="7315200" cy="8617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increment_counter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 } from ‘./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Actions_counter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’;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 smtClean="0">
                <a:solidFill>
                  <a:srgbClr val="0077AA"/>
                </a:solidFill>
                <a:latin typeface="Consolas" panose="020B0609020204030204" pitchFamily="49" charset="0"/>
              </a:rPr>
              <a:t>Import store from ‘./</a:t>
            </a:r>
            <a:r>
              <a:rPr lang="en-US" altLang="en-US" sz="1400" dirty="0" err="1" smtClean="0">
                <a:solidFill>
                  <a:srgbClr val="0077AA"/>
                </a:solidFill>
                <a:latin typeface="Consolas" panose="020B0609020204030204" pitchFamily="49" charset="0"/>
              </a:rPr>
              <a:t>myStore</a:t>
            </a:r>
            <a:r>
              <a:rPr lang="en-US" altLang="en-US" sz="1400" dirty="0" smtClean="0">
                <a:solidFill>
                  <a:srgbClr val="0077AA"/>
                </a:solidFill>
                <a:latin typeface="Consolas" panose="020B0609020204030204" pitchFamily="49" charset="0"/>
              </a:rPr>
              <a:t>’;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6699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Store.dispatch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increment_counter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859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Handling </a:t>
            </a:r>
            <a:r>
              <a:rPr lang="en-US" dirty="0"/>
              <a:t>State mutations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action was fired, how should the state mutate because of it?</a:t>
            </a:r>
          </a:p>
          <a:p>
            <a:r>
              <a:rPr lang="en-US" dirty="0" smtClean="0"/>
              <a:t>Is it valid? What parts of the state tree are influenced by it?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8" name="Content Placeholder 4"/>
          <p:cNvSpPr txBox="1">
            <a:spLocks noChangeArrowheads="1"/>
          </p:cNvSpPr>
          <p:nvPr/>
        </p:nvSpPr>
        <p:spPr bwMode="auto">
          <a:xfrm>
            <a:off x="3867912" y="1988225"/>
            <a:ext cx="7315200" cy="400109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function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counterReducer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state = { counter: 0, clicks: 0 },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action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switch(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action.type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case ‘INCREMENT’: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  return {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    counter: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state.counter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+ 1,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     clicks: </a:t>
            </a:r>
            <a:r>
              <a:rPr lang="en-US" altLang="en-US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state.clicks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+ 1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  }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return state;</a:t>
            </a:r>
            <a:endParaRPr lang="en-US" altLang="en-US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dirty="0" smtClean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600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ADVANCED TOPICS</a:t>
            </a:r>
            <a:endParaRPr lang="en-US" sz="5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4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Middleware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Redux</a:t>
            </a:r>
            <a:r>
              <a:rPr lang="en-US" dirty="0" smtClean="0"/>
              <a:t> middleware provides </a:t>
            </a:r>
            <a:r>
              <a:rPr lang="en-US" b="1" dirty="0" smtClean="0"/>
              <a:t>a </a:t>
            </a:r>
            <a:r>
              <a:rPr lang="en-US" b="1" dirty="0"/>
              <a:t>third-party extension point between dispatching an action, and the moment it reaches the reducer</a:t>
            </a:r>
            <a:r>
              <a:rPr lang="en-US" b="1" dirty="0" smtClean="0"/>
              <a:t>. </a:t>
            </a:r>
            <a:r>
              <a:rPr lang="en-US" dirty="0" smtClean="0"/>
              <a:t>The following syntax is used:</a:t>
            </a:r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We register these </a:t>
            </a:r>
            <a:r>
              <a:rPr lang="en-US" dirty="0" err="1" smtClean="0"/>
              <a:t>middlewares</a:t>
            </a:r>
            <a:r>
              <a:rPr lang="en-US" dirty="0" smtClean="0"/>
              <a:t> on </a:t>
            </a:r>
            <a:r>
              <a:rPr lang="en-US" dirty="0" err="1" smtClean="0"/>
              <a:t>init</a:t>
            </a:r>
            <a:r>
              <a:rPr lang="en-US" dirty="0" smtClean="0"/>
              <a:t> using </a:t>
            </a:r>
            <a:r>
              <a:rPr lang="en-US" b="1" dirty="0" err="1" smtClean="0"/>
              <a:t>applyMiddleware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67912" y="2470551"/>
            <a:ext cx="5934115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logger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store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next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action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       	console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'dispatching'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let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result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	console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'next state'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return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result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867912" y="4696658"/>
            <a:ext cx="7651819" cy="12926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createStore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combineReducers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applyMiddleware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from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redux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todoApp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combineReducers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reducers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store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createStore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todoApp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applyMiddleware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crashReporter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761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Async</a:t>
            </a:r>
            <a:r>
              <a:rPr lang="en-US" dirty="0" smtClean="0"/>
              <a:t> state mutations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action fired : </a:t>
            </a:r>
            <a:r>
              <a:rPr lang="en-US" b="1" dirty="0" smtClean="0"/>
              <a:t>start </a:t>
            </a:r>
            <a:r>
              <a:rPr lang="en-US" b="1" dirty="0" err="1" smtClean="0"/>
              <a:t>async</a:t>
            </a:r>
            <a:r>
              <a:rPr lang="en-US" b="1" dirty="0" smtClean="0"/>
              <a:t> </a:t>
            </a:r>
            <a:r>
              <a:rPr lang="en-US" dirty="0" smtClean="0"/>
              <a:t>operation, components can act on this and show loading spinner;</a:t>
            </a:r>
          </a:p>
          <a:p>
            <a:r>
              <a:rPr lang="en-US" dirty="0" smtClean="0"/>
              <a:t>When </a:t>
            </a:r>
            <a:r>
              <a:rPr lang="en-US" dirty="0" err="1" smtClean="0"/>
              <a:t>async</a:t>
            </a:r>
            <a:r>
              <a:rPr lang="en-US" dirty="0" smtClean="0"/>
              <a:t> operation finishes: second action fires: </a:t>
            </a:r>
            <a:r>
              <a:rPr lang="en-US" b="1" dirty="0" err="1" smtClean="0"/>
              <a:t>async</a:t>
            </a:r>
            <a:r>
              <a:rPr lang="en-US" b="1" dirty="0" smtClean="0"/>
              <a:t> operation finished</a:t>
            </a:r>
            <a:r>
              <a:rPr lang="en-US" dirty="0" smtClean="0"/>
              <a:t> , and reducers can act on the result;</a:t>
            </a:r>
          </a:p>
          <a:p>
            <a:r>
              <a:rPr lang="en-US" dirty="0" smtClean="0"/>
              <a:t>We can use middleware, or </a:t>
            </a:r>
            <a:r>
              <a:rPr lang="en-US" dirty="0" err="1" smtClean="0"/>
              <a:t>async</a:t>
            </a:r>
            <a:r>
              <a:rPr lang="en-US" dirty="0" smtClean="0"/>
              <a:t> action creators (with </a:t>
            </a:r>
            <a:r>
              <a:rPr lang="en-US" dirty="0" err="1" smtClean="0"/>
              <a:t>thunk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See WPB example #2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78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Caching the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benefits of Single-source-of-truth approach, is we can be sure that loading the state from cache will provide the expected UI</a:t>
            </a:r>
          </a:p>
          <a:p>
            <a:r>
              <a:rPr lang="en-US" dirty="0" smtClean="0"/>
              <a:t>See WPB #2 example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179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travel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benefit is the ability to have “Time-travel” or “undo” functionality when we store the state upon change, and can revert to the previous state at any time.</a:t>
            </a:r>
          </a:p>
          <a:p>
            <a:r>
              <a:rPr lang="en-US" dirty="0" smtClean="0"/>
              <a:t>See WPB #2 example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37440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1490</TotalTime>
  <Words>778</Words>
  <Application>Microsoft Office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Consolas</vt:lpstr>
      <vt:lpstr>Corbel</vt:lpstr>
      <vt:lpstr>Wingdings 2</vt:lpstr>
      <vt:lpstr>Frame</vt:lpstr>
      <vt:lpstr>Vanilla Redux</vt:lpstr>
      <vt:lpstr>Glossary</vt:lpstr>
      <vt:lpstr>Flux Basics</vt:lpstr>
      <vt:lpstr>What’s the problem?</vt:lpstr>
      <vt:lpstr>What’s the solution?</vt:lpstr>
      <vt:lpstr>REDUX BASICS</vt:lpstr>
      <vt:lpstr>Principals of redux</vt:lpstr>
      <vt:lpstr>Designing the state</vt:lpstr>
      <vt:lpstr>Smart &amp; dumb components</vt:lpstr>
      <vt:lpstr>Smart &amp; dumb components</vt:lpstr>
      <vt:lpstr>Acting on State Mutations</vt:lpstr>
      <vt:lpstr>Creating State mutations</vt:lpstr>
      <vt:lpstr>Creating State mutations</vt:lpstr>
      <vt:lpstr>Handling State mutations</vt:lpstr>
      <vt:lpstr>ADVANCED TOPICS</vt:lpstr>
      <vt:lpstr>Middleware</vt:lpstr>
      <vt:lpstr>Async state mutations</vt:lpstr>
      <vt:lpstr>Caching the state</vt:lpstr>
      <vt:lpstr>Time travel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Vanilla Redux</dc:title>
  <dc:creator>Matan Werbner</dc:creator>
  <cp:lastModifiedBy>Matan Werbner</cp:lastModifiedBy>
  <cp:revision>35</cp:revision>
  <dcterms:created xsi:type="dcterms:W3CDTF">2016-07-31T06:14:08Z</dcterms:created>
  <dcterms:modified xsi:type="dcterms:W3CDTF">2016-08-01T07:40:24Z</dcterms:modified>
</cp:coreProperties>
</file>